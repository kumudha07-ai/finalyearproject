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2" r:id="rId4"/>
    <p:sldId id="263" r:id="rId5"/>
    <p:sldId id="260" r:id="rId6"/>
    <p:sldId id="259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61" r:id="rId18"/>
    <p:sldId id="256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EBF286-BE11-4FF9-A58D-96AF0345A487}" v="1" dt="2026-05-02T17:54:21.30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AMUNA T" userId="50d8470c85e629b2" providerId="LiveId" clId="{9C82A14F-5C13-40D6-A7F7-5CE222B3FF64}"/>
    <pc:docChg chg="modSld">
      <pc:chgData name="YAMUNA T" userId="50d8470c85e629b2" providerId="LiveId" clId="{9C82A14F-5C13-40D6-A7F7-5CE222B3FF64}" dt="2026-05-02T17:54:26.767" v="2"/>
      <pc:docMkLst>
        <pc:docMk/>
      </pc:docMkLst>
      <pc:sldChg chg="addSp delSp modSp mod">
        <pc:chgData name="YAMUNA T" userId="50d8470c85e629b2" providerId="LiveId" clId="{9C82A14F-5C13-40D6-A7F7-5CE222B3FF64}" dt="2026-05-02T17:54:26.767" v="2"/>
        <pc:sldMkLst>
          <pc:docMk/>
          <pc:sldMk cId="1453276284" sldId="266"/>
        </pc:sldMkLst>
        <pc:spChg chg="add del mod">
          <ac:chgData name="YAMUNA T" userId="50d8470c85e629b2" providerId="LiveId" clId="{9C82A14F-5C13-40D6-A7F7-5CE222B3FF64}" dt="2026-05-02T17:54:26.767" v="2"/>
          <ac:spMkLst>
            <pc:docMk/>
            <pc:sldMk cId="1453276284" sldId="266"/>
            <ac:spMk id="4" creationId="{E70CAAD1-7D03-F032-29E0-FD2932CCBD1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55A81-ADB7-7CBE-3338-357359F171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6BE5F9-DE9D-48D3-0E98-C3A4FE36CB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FA4588-1F1E-F76A-5873-E8E83AA0C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9F5CD-BF71-4298-8A76-3153B758608F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232D3B-7234-9944-F5AA-6FB065BF2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900BC0-A337-FB2A-75C1-49B75BD89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A88D9-EC9A-4896-B605-A67F10F127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3621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F8C20-BBE7-DEEC-76D7-98B1F84640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EED23F-A1B9-BBEF-C5D4-80A6E425A9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704F06-9F4F-BD41-9AD3-AFC878A73D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9F5CD-BF71-4298-8A76-3153B758608F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2F38D-EDD2-DB83-7073-6DF2FE34F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E61F3F-6350-3435-F56B-798A3EEB9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A88D9-EC9A-4896-B605-A67F10F127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33984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46188-97E0-9AE3-4CD1-7C9AEC14AD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AAD75A-E8BF-C49C-EBE7-402774CE68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D7D1F0-42CA-C2D9-07E7-C0718D712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9F5CD-BF71-4298-8A76-3153B758608F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279B73-84B5-06E2-7432-49573F335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2A7F77-377A-B07A-BCDC-2A0858422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A88D9-EC9A-4896-B605-A67F10F127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53811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53DE4-E70E-20FE-1B7A-4A67646CF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CBB1F2-C548-750B-CD3B-6567D5DBFF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E1E46F-E6C9-C194-1019-F5282F63FD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1D2715-012A-0145-06A6-ABEC4C0AD3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9F5CD-BF71-4298-8A76-3153B758608F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008080-BF04-E805-9823-24D78EC02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FBD742-DC4B-3C34-208E-372DABA43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A88D9-EC9A-4896-B605-A67F10F127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06212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A45088-BE9D-FE3E-8F87-9A3F8EDA3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A0BFD6-3ED9-7E66-8437-582BDEFC8D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00DA64-70C3-A8B4-7ED5-560A88216C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B4319A-6A03-9E96-932B-9D87757473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FE7F3F-95BF-8929-11C0-4335BA6F1F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660ED7D-4906-0DCD-892C-25CB21B3C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9F5CD-BF71-4298-8A76-3153B758608F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A014E64-E1F8-5F95-B2D7-444F0BB6F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F06177-26EB-BFC1-2AD9-5E8A0498F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A88D9-EC9A-4896-B605-A67F10F127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14389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04355-B044-62FD-0E67-FC296E8D2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1185BC-64E1-8AEA-8314-518612A79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9F5CD-BF71-4298-8A76-3153B758608F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1D7658-5C4E-5515-4576-1AB4F6CEB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42667D-0555-1F33-2131-1355D193F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A88D9-EC9A-4896-B605-A67F10F127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96766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7D65B0-B83F-935A-CF55-4C173581D3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9F5CD-BF71-4298-8A76-3153B758608F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095D6C-EA22-3A49-2BDF-C8E59D60A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AC0B5C-798C-2154-8F39-A68BDBFE3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A88D9-EC9A-4896-B605-A67F10F127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27694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2BB3C-55B7-D73D-F7ED-CC9827F1F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72CA27-4F47-9F57-E675-EE46070F5C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E061B6-E002-E86A-86E9-19C9AF5431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0357BB-ADF4-2DB7-0D98-E1717F46B8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9F5CD-BF71-4298-8A76-3153B758608F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7726EE-B40E-83F4-ED07-1187467D1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AE385A-12B6-5396-B22A-722E3326B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A88D9-EC9A-4896-B605-A67F10F127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78565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6F175-586B-5A75-5C81-0BBF6FFD6D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5B64C62-20B0-6D85-1B85-91EBC78B4E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E6F1C0-F6B2-1143-D4AE-806DF41A9F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174843-7DE0-36F1-DF0E-CA3799C40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9F5CD-BF71-4298-8A76-3153B758608F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DA16AC-5BBB-2EAD-5B19-D5A6559F6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9A3223-D85F-4E96-1CD7-03D613A8E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A88D9-EC9A-4896-B605-A67F10F127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9218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6FE68-CA0F-B5C5-C2FF-AF5CC8F51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31AE0E-9DB5-A9B4-E470-A0BBE8A490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632846-8C0A-EB52-FF5B-F232965F3B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9F5CD-BF71-4298-8A76-3153B758608F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E66839-A19F-5F23-EDDC-A8D29DB9C3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96CDB2-C6AB-FD81-5252-C126B2DE1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A88D9-EC9A-4896-B605-A67F10F127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09786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B548184-34CB-907F-3332-4B9C1F5EF8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484A3D-DA33-4856-B219-332E7ACE9B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820978-AF75-252F-E4B2-4BA954829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9F5CD-BF71-4298-8A76-3153B758608F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FC7339-D9F8-0C6A-E2DF-62943A3F2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C15AA4-01A4-49F4-D010-E892FD0C7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A88D9-EC9A-4896-B605-A67F10F127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30103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2EABA72-51C5-285C-B5C8-430E031C1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FB871C-96F8-637D-3BDF-23A18B27C7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C37647-4C64-18BB-CFDC-8E084DCE06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79F5CD-BF71-4298-8A76-3153B758608F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1443B2-C6FC-F092-E67F-0CD6F455FF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092DB3-C022-AD51-BB36-EE63BA9E5E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6A88D9-EC9A-4896-B605-A67F10F127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67873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BE30632-2508-B807-06ED-C4518E2B43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11330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17F899-07DE-7A45-C55D-E0160F6026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ADF003F-75B7-4F64-950E-C17FE98911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99480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0D4A2D-E78E-3528-D039-8FFDB9C024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E7A2CA3-32BE-371F-0DFB-9FBBAA06A1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19692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47629E-D89F-CF9C-57CD-7B4828D3A0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3AF97CC-CED6-4F71-43FE-6AEA03A3FF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08926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A07F4E-1F86-3954-179E-C4DB2113F2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D28C567-77BB-A32F-693E-099999E6B8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0780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33781B-3A47-F745-28E4-39CE79883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FC46BBA-5D2D-9ADD-1E58-259FC350C3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54737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8E2B3E-A6C9-8D94-1641-B983CD2DFC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0A08C02-E761-0411-7E3D-684908B12A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4870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F81E6F-7EA6-E490-658E-B1F65926D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AA621D9-80FD-F449-5461-C39924F10E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551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D462AE-1177-DFD0-6C0A-4DEA80993C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4185758-FA10-3406-57BE-A15E98F22D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32762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74D2BB-9AD8-445D-0446-69C7CB5EE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6117FAC-FE15-E0EF-C7C6-C1CF04641A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37245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585383-B011-13E4-3C28-B68999D5B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AEC2341-8AB7-4222-4374-258BB7F500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40828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CFCB45-4AC5-A338-1B62-981C9845A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ED287E3-0CBA-B008-5616-54D04452B2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90692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A36845-61C5-3312-C9D3-871EAD4C88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0D00669-C5C0-4D64-9968-FCEA74AF87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58201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5DBFEF-9496-D096-87CC-9B2326B3BC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BB351C7-1064-E146-F37C-07000ACE6C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4961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F57C63-588F-633F-4CE8-DE24A6B22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10CBDC-1AC2-4F94-F4F3-94F67138E3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38743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6AC422-E1AA-82E7-EFE3-CC9C1F9C40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6DACDBB-14AA-2BC7-A849-C606B42B76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79460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9E6C1B-41DB-2013-C499-887E24AB4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13E192B-C4FA-6421-BC48-29BED173D9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56566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9D79D-DD85-DD94-71D7-EC21ECB69C2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43C8B3-8A4C-4D1C-314C-26F090563F2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692C664-714A-E3B3-717E-FBC3BC0FA0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90E6E11-9EFE-23FB-096D-318232FBA2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5759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0</Words>
  <Application>Microsoft Office PowerPoint</Application>
  <PresentationFormat>Widescreen</PresentationFormat>
  <Paragraphs>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YAMUNA T</dc:creator>
  <cp:lastModifiedBy>YAMUNA T</cp:lastModifiedBy>
  <cp:revision>1</cp:revision>
  <dcterms:created xsi:type="dcterms:W3CDTF">2026-05-02T17:02:35Z</dcterms:created>
  <dcterms:modified xsi:type="dcterms:W3CDTF">2026-05-02T17:54:30Z</dcterms:modified>
</cp:coreProperties>
</file>